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9601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MANUAL SKILLS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独自の開発系スキル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0299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デザイン・コンテンツ制作   /   GitHub・Git 運用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2926080"/>
            <a:ext cx="2505456" cy="128016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926080"/>
            <a:ext cx="73152" cy="128016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305409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22376" y="3749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開発系コマンド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91256" y="2926080"/>
            <a:ext cx="2505456" cy="128016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91256" y="2926080"/>
            <a:ext cx="73152" cy="128016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2" name="Text 10"/>
          <p:cNvSpPr/>
          <p:nvPr/>
        </p:nvSpPr>
        <p:spPr>
          <a:xfrm>
            <a:off x="3410712" y="305409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10712" y="3749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デザインコマンド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79592" y="2926080"/>
            <a:ext cx="2505456" cy="128016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79592" y="2926080"/>
            <a:ext cx="73152" cy="1280160"/>
          </a:xfrm>
          <a:prstGeom prst="rect">
            <a:avLst/>
          </a:prstGeom>
          <a:solidFill>
            <a:srgbClr val="7EB6FF"/>
          </a:solidFill>
          <a:ln/>
        </p:spPr>
      </p:sp>
      <p:sp>
        <p:nvSpPr>
          <p:cNvPr id="16" name="Text 14"/>
          <p:cNvSpPr/>
          <p:nvPr/>
        </p:nvSpPr>
        <p:spPr>
          <a:xfrm>
            <a:off x="6099048" y="305409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099048" y="3749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Gitコマンド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4407408"/>
            <a:ext cx="7882128" cy="14173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4407408"/>
            <a:ext cx="73152" cy="14173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53542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抜粋の範囲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4828032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日常パック（MANIFEST 59件）のうち、手動で呼び出すこの範囲だけ。モデルは自分で選ばない。 /  で明示して使う。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549640" y="0"/>
            <a:ext cx="3611880" cy="68580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3" name="Shape 21"/>
          <p:cNvSpPr/>
          <p:nvPr/>
        </p:nvSpPr>
        <p:spPr>
          <a:xfrm>
            <a:off x="8549640" y="0"/>
            <a:ext cx="91440" cy="685800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732520" y="196596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0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600" dirty="0"/>
          </a:p>
        </p:txBody>
      </p:sp>
      <p:sp>
        <p:nvSpPr>
          <p:cNvPr id="25" name="Text 23"/>
          <p:cNvSpPr/>
          <p:nvPr/>
        </p:nvSpPr>
        <p:spPr>
          <a:xfrm>
            <a:off x="8732520" y="33375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コマンド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732520" y="37947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 補足 1枚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2362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skills一覧手動.md   §3–5 + 補足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0" y="62362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/ 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独自の開発系スキル（7件）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2619756" cy="2249424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70432"/>
            <a:ext cx="73152" cy="224942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280160"/>
            <a:ext cx="23088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1609344"/>
            <a:ext cx="227228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そのターンだけ Superpowers を切る。依頼本文はいつもどおり。次のメッセージには引き継がない。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615184"/>
            <a:ext cx="22722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2798064"/>
            <a:ext cx="22722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今の依頼だけ素早く処理したいとき。文章中・コード内では発動しない。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2988" y="1170432"/>
            <a:ext cx="2619756" cy="2249424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2988" y="1170432"/>
            <a:ext cx="73152" cy="224942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3" name="Text 11"/>
          <p:cNvSpPr/>
          <p:nvPr/>
        </p:nvSpPr>
        <p:spPr>
          <a:xfrm>
            <a:off x="3534156" y="1280160"/>
            <a:ext cx="23088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/chat-handoff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34156" y="1609344"/>
            <a:ext cx="227228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別PC用の引き継ぎメモを、リポジトリ直下の 質疑応答M-D.MD に書く。結論・決定・未解決TODOを残す。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34156" y="2615184"/>
            <a:ext cx="22722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34156" y="2798064"/>
            <a:ext cx="22722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「別PC用に残して」と明示されたとき。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08776" y="1170432"/>
            <a:ext cx="2619756" cy="2249424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08776" y="1170432"/>
            <a:ext cx="73152" cy="224942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9944" y="1280160"/>
            <a:ext cx="23088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/new-project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9944" y="1609344"/>
            <a:ext cx="227228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空フォルダ向けの土台作り。必須は README。Hidem プロファイルは選択式。既存ファイルは上書きしない。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9944" y="2615184"/>
            <a:ext cx="22722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9944" y="2798064"/>
            <a:ext cx="22722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新規と判定されたとき。既存リポジトリでは使わない。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84564" y="1170432"/>
            <a:ext cx="2619756" cy="2249424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84564" y="1170432"/>
            <a:ext cx="73152" cy="224942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5" name="Text 23"/>
          <p:cNvSpPr/>
          <p:nvPr/>
        </p:nvSpPr>
        <p:spPr>
          <a:xfrm>
            <a:off x="9285732" y="1280160"/>
            <a:ext cx="23088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/session-recap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85732" y="1609344"/>
            <a:ext cx="227228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今の会話を 備忘録.md の日付エントリにする。変更履歴.md には書かない。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85732" y="2615184"/>
            <a:ext cx="22722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285732" y="2798064"/>
            <a:ext cx="22722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「まとめて」「備忘録に残して」と明示されたときだけ。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675888"/>
            <a:ext cx="3578352" cy="2249424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675888"/>
            <a:ext cx="73152" cy="224942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3785616"/>
            <a:ext cx="3267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/to-issues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8368" y="4114800"/>
            <a:ext cx="3230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プラン・仕様・PRDを、独立して着手できる Issue に分解する。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368" y="5120640"/>
            <a:ext cx="323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" y="5303520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設計書を実装可能な単位に分割したいとき。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91584" y="3675888"/>
            <a:ext cx="3578352" cy="2249424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291584" y="3675888"/>
            <a:ext cx="73152" cy="224942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7" name="Text 35"/>
          <p:cNvSpPr/>
          <p:nvPr/>
        </p:nvSpPr>
        <p:spPr>
          <a:xfrm>
            <a:off x="4492752" y="3785616"/>
            <a:ext cx="3267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/to-knowledge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492752" y="4114800"/>
            <a:ext cx="3230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残す価値のある決定・失敗・設定だけを、Obsidian の 04_知見 へ提案。書く前に承認を取る。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492752" y="5120640"/>
            <a:ext cx="323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492752" y="5303520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「知見に落として」と明示されたとき。作業ログは書かない。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125968" y="3675888"/>
            <a:ext cx="3578352" cy="2249424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125968" y="3675888"/>
            <a:ext cx="73152" cy="224942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3" name="Text 41"/>
          <p:cNvSpPr/>
          <p:nvPr/>
        </p:nvSpPr>
        <p:spPr>
          <a:xfrm>
            <a:off x="8327136" y="3785616"/>
            <a:ext cx="3267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/to-prd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327136" y="4114800"/>
            <a:ext cx="3230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会話をヒアリングなしで PRD にして、Issue トラッカーへ公開する。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327136" y="5120640"/>
            <a:ext cx="323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327136" y="5303520"/>
            <a:ext cx="3230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要件がすでに固まっており、そのまま PRD 化したいとき。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62362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skills一覧手動.md   §3–5 + 補足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515600" y="62362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使い分け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記録の置き場は3つ。混ぜない。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3566160" cy="475488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70432"/>
            <a:ext cx="3566160" cy="109728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別PCへ引き継ぐ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17556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/chat-handoff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23408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行き先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257860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質疑応答M-D.MD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32095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場所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344728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リポジトリ直下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" y="40782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残すもの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431596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結論・決定・未解決TODO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232" y="482803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Cursor のチャット履歴は、その端末に残る前提。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" y="53583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同じPCの備忘には使わない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97680" y="1170432"/>
            <a:ext cx="3566160" cy="475488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97680" y="1170432"/>
            <a:ext cx="3566160" cy="109728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53712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同じPCの備忘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53712" y="17556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/session-recap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53712" y="23408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行き先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53712" y="257860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備忘録.md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53712" y="32095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場所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53712" y="344728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日付エントリ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53712" y="40782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残すもの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53712" y="431596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決定・調査・次のTODO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53712" y="482803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コード変更の履歴は 変更履歴.md には書かない。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53712" y="53583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別PC引き継ぎには使わない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38160" y="1170432"/>
            <a:ext cx="3566160" cy="475488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38160" y="1170432"/>
            <a:ext cx="3566160" cy="109728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1" name="Text 29"/>
          <p:cNvSpPr/>
          <p:nvPr/>
        </p:nvSpPr>
        <p:spPr>
          <a:xfrm>
            <a:off x="8394192" y="1463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残す価値だけ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94192" y="17556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/to-knowledge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394192" y="23408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行き先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94192" y="257860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04_知見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94192" y="32095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場所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94192" y="344728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Obsidian  04_知見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94192" y="40782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残すもの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94192" y="431596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決定・失敗・再現コストの高い設定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94192" y="482803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書く前に承認を取る。作業ログは書かない。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394192" y="53583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時系列の備忘には使わない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62362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skills一覧手動.md   §3–5 + 補足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515600" y="62362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/ 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デザイン・コンテンツ制作（2件）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5486400" cy="475488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70432"/>
            <a:ext cx="73152" cy="47548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335024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/debug-allrun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94944" y="1719072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デバッガ付きで起動し、隠れバグを能動的に探索・自動修正・報告する。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4944" y="2286000"/>
            <a:ext cx="5010912" cy="621792"/>
          </a:xfrm>
          <a:prstGeom prst="rect">
            <a:avLst/>
          </a:prstGeom>
          <a:solidFill>
            <a:srgbClr val="32323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8600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36192" y="234086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サイレントなデータ破損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36192" y="2596896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落ちないまま中身が壊れる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" y="2999232"/>
            <a:ext cx="5010912" cy="621792"/>
          </a:xfrm>
          <a:prstGeom prst="rect">
            <a:avLst/>
          </a:prstGeom>
          <a:solidFill>
            <a:srgbClr val="32323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99923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36192" y="305409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非同期レース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36192" y="3310128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タイミング次第で結果が変わる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" y="3712464"/>
            <a:ext cx="5010912" cy="621792"/>
          </a:xfrm>
          <a:prstGeom prst="rect">
            <a:avLst/>
          </a:prstGeom>
          <a:solidFill>
            <a:srgbClr val="32323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71246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36192" y="3767328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分岐ミス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36192" y="4023360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通らないはずの道を通る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" y="4498848"/>
            <a:ext cx="5010912" cy="1207008"/>
          </a:xfrm>
          <a:prstGeom prst="rect">
            <a:avLst/>
          </a:prstGeom>
          <a:solidFill>
            <a:srgbClr val="323232"/>
          </a:solidFill>
          <a:ln/>
        </p:spPr>
      </p:sp>
      <p:sp>
        <p:nvSpPr>
          <p:cNvPr id="22" name="Text 20"/>
          <p:cNvSpPr/>
          <p:nvPr/>
        </p:nvSpPr>
        <p:spPr>
          <a:xfrm>
            <a:off x="877824" y="4608576"/>
            <a:ext cx="4645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7824" y="4846320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/debug-allrun を明示したとき。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「クラッシュしないから安全」を信用しない。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1170432"/>
            <a:ext cx="5486400" cy="475488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170432"/>
            <a:ext cx="73152" cy="47548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55664" y="1335024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/edit-article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455664" y="1719072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記事を見出しで章分けし、各章を書き直す。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55664" y="2286000"/>
            <a:ext cx="5010912" cy="621792"/>
          </a:xfrm>
          <a:prstGeom prst="rect">
            <a:avLst/>
          </a:prstGeom>
          <a:solidFill>
            <a:srgbClr val="323232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228600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96912" y="2340864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明確さ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296912" y="2596896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何を言っているか、すぐ分かるか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55664" y="2999232"/>
            <a:ext cx="5010912" cy="621792"/>
          </a:xfrm>
          <a:prstGeom prst="rect">
            <a:avLst/>
          </a:prstGeom>
          <a:solidFill>
            <a:srgbClr val="323232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299923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96912" y="3054096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一貫性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296912" y="3310128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用語・主張が途中でブレていないか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55664" y="3712464"/>
            <a:ext cx="5010912" cy="621792"/>
          </a:xfrm>
          <a:prstGeom prst="rect">
            <a:avLst/>
          </a:prstGeom>
          <a:solidFill>
            <a:srgbClr val="323232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0" y="371246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96912" y="3767328"/>
            <a:ext cx="3986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流れ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296912" y="4023360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章から章へ、読み手が迷わないか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55664" y="4498848"/>
            <a:ext cx="5010912" cy="1207008"/>
          </a:xfrm>
          <a:prstGeom prst="rect">
            <a:avLst/>
          </a:prstGeom>
          <a:solidFill>
            <a:srgbClr val="323232"/>
          </a:solidFill>
          <a:ln/>
        </p:spPr>
      </p:sp>
      <p:sp>
        <p:nvSpPr>
          <p:cNvPr id="41" name="Text 39"/>
          <p:cNvSpPr/>
          <p:nvPr/>
        </p:nvSpPr>
        <p:spPr>
          <a:xfrm>
            <a:off x="6638544" y="4608576"/>
            <a:ext cx="4645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制約  /  いつ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638544" y="4846320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1段落は最大240字。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記事の下書きを編集・改善・推敲したいとき。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57200" y="62362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skills一覧手動.md   §3–5 + 補足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515600" y="62362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 / 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SECTION 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 / Git 運用（2件）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5486400" cy="475488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70432"/>
            <a:ext cx="73152" cy="47548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371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4944" y="1682496"/>
            <a:ext cx="5010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/git-in-clone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94944" y="2121408"/>
            <a:ext cx="5010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指定した GitHub リポジトリを、今いる空フォルダへ取り込む。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4944" y="2816352"/>
            <a:ext cx="5010912" cy="1417320"/>
          </a:xfrm>
          <a:prstGeom prst="rect">
            <a:avLst/>
          </a:prstGeom>
          <a:solidFill>
            <a:srgbClr val="323232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2926080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7824" y="3200400"/>
            <a:ext cx="4645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 clone .  で、現在の空ディレクトリへ取得する。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4944" y="4443984"/>
            <a:ext cx="5010912" cy="1261872"/>
          </a:xfrm>
          <a:prstGeom prst="rect">
            <a:avLst/>
          </a:prstGeom>
          <a:solidFill>
            <a:srgbClr val="323232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4553712"/>
            <a:ext cx="4645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7824" y="4809744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「このフォルダにクローンして」と言われたとき。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1170432"/>
            <a:ext cx="5486400" cy="475488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170432"/>
            <a:ext cx="73152" cy="47548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55664" y="1371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55664" y="1682496"/>
            <a:ext cx="5010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/github-make-sync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55664" y="2121408"/>
            <a:ext cx="5010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指定した名前で、非公開の GitHub リポジトリを新規作成する。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55664" y="2816352"/>
            <a:ext cx="5010912" cy="1417320"/>
          </a:xfrm>
          <a:prstGeom prst="rect">
            <a:avLst/>
          </a:prstGeom>
          <a:solidFill>
            <a:srgbClr val="323232"/>
          </a:solidFill>
          <a:ln/>
        </p:spPr>
      </p:sp>
      <p:sp>
        <p:nvSpPr>
          <p:cNvPr id="22" name="Text 20"/>
          <p:cNvSpPr/>
          <p:nvPr/>
        </p:nvSpPr>
        <p:spPr>
          <a:xfrm>
            <a:off x="6638544" y="2926080"/>
            <a:ext cx="4645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動き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38544" y="3200400"/>
            <a:ext cx="4645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gh CLI で、今のプロジェクトに origin を設定する。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55664" y="4443984"/>
            <a:ext cx="5010912" cy="1261872"/>
          </a:xfrm>
          <a:prstGeom prst="rect">
            <a:avLst/>
          </a:prstGeom>
          <a:solidFill>
            <a:srgbClr val="323232"/>
          </a:solidFill>
          <a:ln/>
        </p:spPr>
      </p:sp>
      <p:sp>
        <p:nvSpPr>
          <p:cNvPr id="25" name="Text 23"/>
          <p:cNvSpPr/>
          <p:nvPr/>
        </p:nvSpPr>
        <p:spPr>
          <a:xfrm>
            <a:off x="6638544" y="4553712"/>
            <a:ext cx="4645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38544" y="4809744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新規プロジェクトを GitHub に接続したいとき。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62362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skills一覧手動.md   §3–5 + 補足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0" y="62362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 / 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1247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補足。この一覧の読み方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3520440" cy="475488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70432"/>
            <a:ext cx="73152" cy="475488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3898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166420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19件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13232" y="25786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playbooks 7  +  その他 12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99923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日常パック（MANIFEST 59件）のうち、手動はこれだけ。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37307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このデッキは、その中の §3–5。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" y="4297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 7  /  デザイン 2  /  Git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" y="473659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＋ 補足。 /  で明示して使う。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51960" y="1170432"/>
            <a:ext cx="7452360" cy="1024128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51960" y="1170432"/>
            <a:ext cx="73152" cy="1024128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128016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12080" y="1298448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/project-foundation は自動発火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12080" y="1682496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本一覧に含めない。新規判定後の土台作りは /new-project。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51960" y="2377440"/>
            <a:ext cx="7452360" cy="1024128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51960" y="2377440"/>
            <a:ext cx="73152" cy="1024128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1" name="Text 19"/>
          <p:cNvSpPr/>
          <p:nvPr/>
        </p:nvSpPr>
        <p:spPr>
          <a:xfrm>
            <a:off x="4480560" y="2487168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12080" y="2505456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手動スキルは勝手に選ばれない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12080" y="2889504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モデルは自分で選ばない。 /  で明示呼び出しが必要。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251960" y="3584448"/>
            <a:ext cx="7452360" cy="1024128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51960" y="3584448"/>
            <a:ext cx="73152" cy="1024128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3694176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12080" y="3712464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マーケは別一覧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12080" y="4096512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全件手動・未インストール。正は marketing-skills一覧.md。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251960" y="4791456"/>
            <a:ext cx="7452360" cy="1024128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251960" y="4791456"/>
            <a:ext cx="73152" cy="1024128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1" name="Text 29"/>
          <p:cNvSpPr/>
          <p:nvPr/>
        </p:nvSpPr>
        <p:spPr>
          <a:xfrm>
            <a:off x="4480560" y="4901184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12080" y="4919472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定義の正本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12080" y="5303520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運用と定義の正は skills一覧.md。このデッキは抜粋。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62362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skills一覧手動.md   §3–5 + 補足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515600" y="62362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/ 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手動スキル 独自開発・デザイン・Git</dc:title>
  <dc:subject>skills一覧手動.md セクション3–5 + 補足</dc:subject>
  <dc:creator>Tom</dc:creator>
  <cp:lastModifiedBy>Tom</cp:lastModifiedBy>
  <cp:revision>1</cp:revision>
  <dcterms:created xsi:type="dcterms:W3CDTF">2026-09-02T13:33:34Z</dcterms:created>
  <dcterms:modified xsi:type="dcterms:W3CDTF">2026-09-02T13:33:34Z</dcterms:modified>
</cp:coreProperties>
</file>